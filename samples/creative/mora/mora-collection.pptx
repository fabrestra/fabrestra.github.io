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ef3f67a1fa34189" /><Relationship Type="http://schemas.openxmlformats.org/officeDocument/2006/relationships/extended-properties" Target="/docProps/app.xml" Id="R9f7ad2e8b1704ddf" /><Relationship Type="http://schemas.openxmlformats.org/officeDocument/2006/relationships/officeDocument" Target="/ppt/presentation.xml" Id="Rb3ace3849f4f4c6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77f4d98e744894"/>
  </p:sldMasterIdLst>
  <p:notesMasterIdLst>
    <p:notesMasterId xmlns:r="http://schemas.openxmlformats.org/officeDocument/2006/relationships" r:id="Rf2171ae749aa494b"/>
  </p:notesMasterIdLst>
  <p:sldIdLst>
    <p:sldId xmlns:r="http://schemas.openxmlformats.org/officeDocument/2006/relationships" id="256" r:id="Rdfe58552705e45ed"/>
    <p:sldId xmlns:r="http://schemas.openxmlformats.org/officeDocument/2006/relationships" id="257" r:id="Rc2072533334c4928"/>
    <p:sldId xmlns:r="http://schemas.openxmlformats.org/officeDocument/2006/relationships" id="258" r:id="R2d7b996059c54532"/>
    <p:sldId xmlns:r="http://schemas.openxmlformats.org/officeDocument/2006/relationships" id="259" r:id="Rba1d21ba5988437b"/>
    <p:sldId xmlns:r="http://schemas.openxmlformats.org/officeDocument/2006/relationships" id="260" r:id="Rc75edcef0cc94cb7"/>
    <p:sldId xmlns:r="http://schemas.openxmlformats.org/officeDocument/2006/relationships" id="261" r:id="R8f1a79b494f04cee"/>
    <p:sldId xmlns:r="http://schemas.openxmlformats.org/officeDocument/2006/relationships" id="262" r:id="R226e90b6632f42a5"/>
    <p:sldId xmlns:r="http://schemas.openxmlformats.org/officeDocument/2006/relationships" id="263" r:id="R2ffb9e7d9a5d4a5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06c2b894c0e43ff" /><Relationship Type="http://schemas.openxmlformats.org/officeDocument/2006/relationships/slideMaster" Target="/ppt/slideMasters/slideMaster1.xml" Id="R4977f4d98e744894" /><Relationship Type="http://schemas.openxmlformats.org/officeDocument/2006/relationships/notesMaster" Target="/ppt/notesMasters/notesMaster1.xml" Id="Rf2171ae749aa494b" /><Relationship Type="http://schemas.openxmlformats.org/officeDocument/2006/relationships/presProps" Target="/ppt/presProps.xml" Id="Rab717e060f18474c" /><Relationship Type="http://schemas.openxmlformats.org/officeDocument/2006/relationships/tableStyles" Target="/ppt/tableStyles.xml" Id="R781d3f4fe98d42b9" /><Relationship Type="http://schemas.openxmlformats.org/officeDocument/2006/relationships/slide" Target="/ppt/slides/slide1.xml" Id="Rdfe58552705e45ed" /><Relationship Type="http://schemas.openxmlformats.org/officeDocument/2006/relationships/slide" Target="/ppt/slides/slide2.xml" Id="Rc2072533334c4928" /><Relationship Type="http://schemas.openxmlformats.org/officeDocument/2006/relationships/slide" Target="/ppt/slides/slide3.xml" Id="R2d7b996059c54532" /><Relationship Type="http://schemas.openxmlformats.org/officeDocument/2006/relationships/slide" Target="/ppt/slides/slide4.xml" Id="Rba1d21ba5988437b" /><Relationship Type="http://schemas.openxmlformats.org/officeDocument/2006/relationships/slide" Target="/ppt/slides/slide5.xml" Id="Rc75edcef0cc94cb7" /><Relationship Type="http://schemas.openxmlformats.org/officeDocument/2006/relationships/slide" Target="/ppt/slides/slide6.xml" Id="R8f1a79b494f04cee" /><Relationship Type="http://schemas.openxmlformats.org/officeDocument/2006/relationships/slide" Target="/ppt/slides/slide7.xml" Id="R226e90b6632f42a5" /><Relationship Type="http://schemas.openxmlformats.org/officeDocument/2006/relationships/slide" Target="/ppt/slides/slide8.xml" Id="R2ffb9e7d9a5d4a5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ed8c6530ff42c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79cfe1a7a0944f4" /><Relationship Type="http://schemas.openxmlformats.org/officeDocument/2006/relationships/notesMaster" Target="/ppt/notesMasters/notesMaster1.xml" Id="Rafdbcd5cec094b8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89ac5ee1f1c4bf3" /><Relationship Type="http://schemas.openxmlformats.org/officeDocument/2006/relationships/notesMaster" Target="/ppt/notesMasters/notesMaster1.xml" Id="R9b649f0724c442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f5282d70f7d4ea8" /><Relationship Type="http://schemas.openxmlformats.org/officeDocument/2006/relationships/notesMaster" Target="/ppt/notesMasters/notesMaster1.xml" Id="R7b44725b8eab47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ff5bb9cb4d424e" /><Relationship Type="http://schemas.openxmlformats.org/officeDocument/2006/relationships/notesMaster" Target="/ppt/notesMasters/notesMaster1.xml" Id="Rc0a7d42c303d46c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4663087a7614c5f" /><Relationship Type="http://schemas.openxmlformats.org/officeDocument/2006/relationships/notesMaster" Target="/ppt/notesMasters/notesMaster1.xml" Id="R33cf92a6d418461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55bdaf1ede8428c" /><Relationship Type="http://schemas.openxmlformats.org/officeDocument/2006/relationships/notesMaster" Target="/ppt/notesMasters/notesMaster1.xml" Id="Reb156bd230974d3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a50a20512bc49a5" /><Relationship Type="http://schemas.openxmlformats.org/officeDocument/2006/relationships/notesMaster" Target="/ppt/notesMasters/notesMaster1.xml" Id="R81c428b5942a4da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cffa1e349684a6c" /><Relationship Type="http://schemas.openxmlformats.org/officeDocument/2006/relationships/notesMaster" Target="/ppt/notesMasters/notesMaster1.xml" Id="R376724f6698d4e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Самостоятельная учебная дизайн-концепция Fabrestra. MORA и ассортимент вымышлены. Изображения созданы встроенным Imagegen 9 октября 2026. Объёмы и описания являются исходными допущениями учебного брифа, а не характеристиками существующего товара. Клинических обещаний и результатов продаж нет.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aa6afe64fa34651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dca2f034eb342b6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16d90077a0406f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0ad427b0b104812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66342fa8b65412d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9035372aadd4d4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0D938304-11B1-48A8-972A-7E7F3C2F8A1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B189385D-C5B3-409D-AE6E-D294673305F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8EC90302-F74A-4547-9EF6-C8CF647B597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60A7CF4-9686-415A-8A7D-AEDB8D6391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10DDAD0C-0806-488A-A07D-0BD9FD32D44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05CFD103-F92C-444E-92CB-D035D4F8D38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104A76F4-9A5D-41CB-A6C7-01F34F8AD66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D8E1F05F-4F51-4C16-8F82-5A111F883240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A185A56A-A3F0-457E-AAB4-59E8A41CE49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64363C3-3D9E-4763-84EA-EE4F9E12DA2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77cbbd136b3401c" /><Relationship Type="http://schemas.openxmlformats.org/officeDocument/2006/relationships/slideLayout" Target="/ppt/slideLayouts/slideLayout1.xml" Id="R0b2cdf4a8cec4c5a" /><Relationship Type="http://schemas.openxmlformats.org/officeDocument/2006/relationships/slideLayout" Target="/ppt/slideLayouts/slideLayout2.xml" Id="Re3827e73b9874da7" /><Relationship Type="http://schemas.openxmlformats.org/officeDocument/2006/relationships/slideLayout" Target="/ppt/slideLayouts/slideLayout3.xml" Id="R5397fce046d24521" /><Relationship Type="http://schemas.openxmlformats.org/officeDocument/2006/relationships/slideLayout" Target="/ppt/slideLayouts/slideLayout4.xml" Id="R2b3b3050de2342a5" /><Relationship Type="http://schemas.openxmlformats.org/officeDocument/2006/relationships/slideLayout" Target="/ppt/slideLayouts/slideLayout5.xml" Id="R41c85538bb5c418d" /><Relationship Type="http://schemas.openxmlformats.org/officeDocument/2006/relationships/slideLayout" Target="/ppt/slideLayouts/slideLayout6.xml" Id="R26e0bb8350a346e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b2cdf4a8cec4c5a"/>
    <p:sldLayoutId xmlns:r="http://schemas.openxmlformats.org/officeDocument/2006/relationships" id="2147483650" r:id="Re3827e73b9874da7"/>
    <p:sldLayoutId xmlns:r="http://schemas.openxmlformats.org/officeDocument/2006/relationships" id="2147483651" r:id="R5397fce046d24521"/>
    <p:sldLayoutId xmlns:r="http://schemas.openxmlformats.org/officeDocument/2006/relationships" id="2147483652" r:id="R2b3b3050de2342a5"/>
    <p:sldLayoutId xmlns:r="http://schemas.openxmlformats.org/officeDocument/2006/relationships" id="2147483653" r:id="R41c85538bb5c418d"/>
    <p:sldLayoutId xmlns:r="http://schemas.openxmlformats.org/officeDocument/2006/relationships" id="2147483654" r:id="R26e0bb8350a346e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107756ac7304dad" /><Relationship Type="http://schemas.openxmlformats.org/officeDocument/2006/relationships/image" Target="/ppt/media/image.png" Id="Rb0a59e26ade04a8e" /><Relationship Type="http://schemas.openxmlformats.org/officeDocument/2006/relationships/notesSlide" Target="/ppt/notesSlides/notesSlide1.xml" Id="Rcfcda484a2614f1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cba4391504843da" /><Relationship Type="http://schemas.openxmlformats.org/officeDocument/2006/relationships/image" Target="/ppt/media/image2.png" Id="R503ca0d5a1c74516" /><Relationship Type="http://schemas.openxmlformats.org/officeDocument/2006/relationships/notesSlide" Target="/ppt/notesSlides/notesSlide2.xml" Id="Rfdc6f921dcfe4b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248323d104a484b" /><Relationship Type="http://schemas.openxmlformats.org/officeDocument/2006/relationships/image" Target="/ppt/media/image3.png" Id="R9b5f0c000e814250" /><Relationship Type="http://schemas.openxmlformats.org/officeDocument/2006/relationships/notesSlide" Target="/ppt/notesSlides/notesSlide3.xml" Id="R8b18f77c8555407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a490fdd790d46ec" /><Relationship Type="http://schemas.openxmlformats.org/officeDocument/2006/relationships/image" Target="/ppt/media/image4.png" Id="Re089159cae774ab2" /><Relationship Type="http://schemas.openxmlformats.org/officeDocument/2006/relationships/notesSlide" Target="/ppt/notesSlides/notesSlide4.xml" Id="Rb8feff3f14c34ae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5bac4db8297481b" /><Relationship Type="http://schemas.openxmlformats.org/officeDocument/2006/relationships/image" Target="/ppt/media/image5.png" Id="Ra3fb5f09cd5a49fb" /><Relationship Type="http://schemas.openxmlformats.org/officeDocument/2006/relationships/notesSlide" Target="/ppt/notesSlides/notesSlide5.xml" Id="R96fa9b0c71c8472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49aa90683e9468b" /><Relationship Type="http://schemas.openxmlformats.org/officeDocument/2006/relationships/notesSlide" Target="/ppt/notesSlides/notesSlide6.xml" Id="R5fffe693bea64f0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95c85b906b24da3" /><Relationship Type="http://schemas.openxmlformats.org/officeDocument/2006/relationships/image" Target="/ppt/media/image6.png" Id="R44bcb3328e784405" /><Relationship Type="http://schemas.openxmlformats.org/officeDocument/2006/relationships/notesSlide" Target="/ppt/notesSlides/notesSlide7.xml" Id="R8017e86c12464fd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b79413cc4084110" /><Relationship Type="http://schemas.openxmlformats.org/officeDocument/2006/relationships/notesSlide" Target="/ppt/notesSlides/notesSlide8.xml" Id="Rda3b46df51304b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0A9647-15FC-4FF6-B633-4E407278E18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0a59e26ade04a8e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wordmark">
            <a:extLst xmlns:a="http://schemas.openxmlformats.org/drawingml/2006/main">
              <a:ext uri="{FF2B5EF4-FFF2-40B4-BE49-F238E27FC236}">
                <a16:creationId xmlns:a16="http://schemas.microsoft.com/office/drawing/2014/main" id="{E624018A-2401-470D-88F9-26DCFC8FF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5095875" cy="1085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69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69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69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MORA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FF7234C0-46CB-47AB-90CA-9D9684E64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43200"/>
            <a:ext cx="4476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Коллекция</a:t>
            </a:r>
          </a:p>
          <a:p xmlns:a="http://schemas.openxmlformats.org/drawingml/2006/main">
            <a: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повседневного ухода</a:t>
            </a:r>
          </a:p>
        </p:txBody>
      </p:sp>
      <p:sp>
        <p:nvSpPr>
          <p:cNvPr id="4" name="concept-label">
            <a:extLst xmlns:a="http://schemas.openxmlformats.org/drawingml/2006/main">
              <a:ext uri="{FF2B5EF4-FFF2-40B4-BE49-F238E27FC236}">
                <a16:creationId xmlns:a16="http://schemas.microsoft.com/office/drawing/2014/main" id="{BEC683C6-EEE2-4C77-823E-5B0EAD61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24550"/>
            <a:ext cx="3810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Дизайн-концепция</a:t>
            </a:r>
          </a:p>
        </p:txBody>
      </p:sp>
    </p:spTree>
    <p:extLst>
      <p:ext uri="{BB962C8B-B14F-4D97-AF65-F5344CB8AC3E}">
        <p14:creationId xmlns:p14="http://schemas.microsoft.com/office/powerpoint/2010/main" val="114195571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2037F2-E8EE-476F-A3D9-BA221FBF5C0D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3ca0d5a1c7451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0393C4AB-0EAE-4CBA-954F-A61F44F44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0287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Очищение</a:t>
            </a:r>
          </a:p>
        </p:txBody>
      </p:sp>
      <p:sp>
        <p:nvSpPr>
          <p:cNvPr id="3" name="volume">
            <a:extLst xmlns:a="http://schemas.openxmlformats.org/drawingml/2006/main">
              <a:ext uri="{FF2B5EF4-FFF2-40B4-BE49-F238E27FC236}">
                <a16:creationId xmlns:a16="http://schemas.microsoft.com/office/drawing/2014/main" id="{605B5533-E18E-42E1-AF4E-F716E4C86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150 мл</a:t>
            </a:r>
          </a:p>
        </p:txBody>
      </p:sp>
      <p:sp>
        <p:nvSpPr>
          <p:cNvPr id="4" name="product-subtitle">
            <a:extLst xmlns:a="http://schemas.openxmlformats.org/drawingml/2006/main">
              <a:ext uri="{FF2B5EF4-FFF2-40B4-BE49-F238E27FC236}">
                <a16:creationId xmlns:a16="http://schemas.microsoft.com/office/drawing/2014/main" id="{6093A7E0-CC12-408E-8336-1FE716903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Первый шаг в вечернем уходе</a:t>
            </a:r>
          </a:p>
        </p:txBody>
      </p:sp>
      <p:sp>
        <p:nvSpPr>
          <p:cNvPr id="5" name="product-description">
            <a:extLst xmlns:a="http://schemas.openxmlformats.org/drawingml/2006/main">
              <a:ext uri="{FF2B5EF4-FFF2-40B4-BE49-F238E27FC236}">
                <a16:creationId xmlns:a16="http://schemas.microsoft.com/office/drawing/2014/main" id="{7D574CDE-28AB-479E-92B1-78C813C57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862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Флакон с крышкой для домашней полки.</a:t>
            </a:r>
          </a:p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Один формат на каждый день.</a:t>
            </a:r>
          </a:p>
        </p:txBody>
      </p:sp>
      <p:sp>
        <p:nvSpPr>
          <p:cNvPr id="6" name="product-wordmark">
            <a:extLst xmlns:a="http://schemas.openxmlformats.org/drawingml/2006/main">
              <a:ext uri="{FF2B5EF4-FFF2-40B4-BE49-F238E27FC236}">
                <a16:creationId xmlns:a16="http://schemas.microsoft.com/office/drawing/2014/main" id="{A280810D-A910-44D5-A303-508ACE569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96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MORA</a:t>
            </a:r>
          </a:p>
        </p:txBody>
      </p:sp>
    </p:spTree>
    <p:extLst>
      <p:ext uri="{BB962C8B-B14F-4D97-AF65-F5344CB8AC3E}">
        <p14:creationId xmlns:p14="http://schemas.microsoft.com/office/powerpoint/2010/main" val="36114185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2C02AD8-0294-47BB-915D-A693A7A059DA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5f0c000e81425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3AB93ECB-85B6-49D0-9057-1911904CA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0287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Сыворотка</a:t>
            </a:r>
          </a:p>
        </p:txBody>
      </p:sp>
      <p:sp>
        <p:nvSpPr>
          <p:cNvPr id="3" name="volume">
            <a:extLst xmlns:a="http://schemas.openxmlformats.org/drawingml/2006/main">
              <a:ext uri="{FF2B5EF4-FFF2-40B4-BE49-F238E27FC236}">
                <a16:creationId xmlns:a16="http://schemas.microsoft.com/office/drawing/2014/main" id="{176ED4FE-72C0-462D-AD8D-F9DB2C8B1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30 мл</a:t>
            </a:r>
          </a:p>
        </p:txBody>
      </p:sp>
      <p:sp>
        <p:nvSpPr>
          <p:cNvPr id="4" name="product-subtitle">
            <a:extLst xmlns:a="http://schemas.openxmlformats.org/drawingml/2006/main">
              <a:ext uri="{FF2B5EF4-FFF2-40B4-BE49-F238E27FC236}">
                <a16:creationId xmlns:a16="http://schemas.microsoft.com/office/drawing/2014/main" id="{1555E395-F2DD-4AEE-91FE-A4651FE8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Формат с пипеткой</a:t>
            </a:r>
          </a:p>
        </p:txBody>
      </p:sp>
      <p:sp>
        <p:nvSpPr>
          <p:cNvPr id="5" name="product-description">
            <a:extLst xmlns:a="http://schemas.openxmlformats.org/drawingml/2006/main">
              <a:ext uri="{FF2B5EF4-FFF2-40B4-BE49-F238E27FC236}">
                <a16:creationId xmlns:a16="http://schemas.microsoft.com/office/drawing/2014/main" id="{F4CDC503-6CC4-4458-BF80-2E4186169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862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Прозрачное стекло и отдельная пипетка.</a:t>
            </a:r>
          </a:p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Лаконичная этикетка сохраняет название заметным.</a:t>
            </a:r>
          </a:p>
        </p:txBody>
      </p:sp>
      <p:sp>
        <p:nvSpPr>
          <p:cNvPr id="6" name="product-wordmark">
            <a:extLst xmlns:a="http://schemas.openxmlformats.org/drawingml/2006/main">
              <a:ext uri="{FF2B5EF4-FFF2-40B4-BE49-F238E27FC236}">
                <a16:creationId xmlns:a16="http://schemas.microsoft.com/office/drawing/2014/main" id="{FE63B2F5-CE16-46F1-8520-2E43878C0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96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MORA</a:t>
            </a:r>
          </a:p>
        </p:txBody>
      </p:sp>
    </p:spTree>
    <p:extLst>
      <p:ext uri="{BB962C8B-B14F-4D97-AF65-F5344CB8AC3E}">
        <p14:creationId xmlns:p14="http://schemas.microsoft.com/office/powerpoint/2010/main" val="33600065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BA08B3-CAA7-44DE-91DC-4263AE92AE4E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89159cae774ab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1FE68E6A-91AF-450F-8DE7-D51E08738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0287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Крем</a:t>
            </a:r>
          </a:p>
        </p:txBody>
      </p:sp>
      <p:sp>
        <p:nvSpPr>
          <p:cNvPr id="3" name="volume">
            <a:extLst xmlns:a="http://schemas.openxmlformats.org/drawingml/2006/main">
              <a:ext uri="{FF2B5EF4-FFF2-40B4-BE49-F238E27FC236}">
                <a16:creationId xmlns:a16="http://schemas.microsoft.com/office/drawing/2014/main" id="{450053B9-FEB9-47C1-BFF9-A5D05D7A5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50 мл</a:t>
            </a:r>
          </a:p>
        </p:txBody>
      </p:sp>
      <p:sp>
        <p:nvSpPr>
          <p:cNvPr id="4" name="product-subtitle">
            <a:extLst xmlns:a="http://schemas.openxmlformats.org/drawingml/2006/main">
              <a:ext uri="{FF2B5EF4-FFF2-40B4-BE49-F238E27FC236}">
                <a16:creationId xmlns:a16="http://schemas.microsoft.com/office/drawing/2014/main" id="{2AA8ADEB-8223-45F2-99DF-F627EDF1E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Завершающий шаг</a:t>
            </a:r>
          </a:p>
        </p:txBody>
      </p:sp>
      <p:sp>
        <p:nvSpPr>
          <p:cNvPr id="5" name="product-description">
            <a:extLst xmlns:a="http://schemas.openxmlformats.org/drawingml/2006/main">
              <a:ext uri="{FF2B5EF4-FFF2-40B4-BE49-F238E27FC236}">
                <a16:creationId xmlns:a16="http://schemas.microsoft.com/office/drawing/2014/main" id="{602CF3DD-6D07-49DD-9B80-4CD969C36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862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Низкая банка из матового стекла.</a:t>
            </a:r>
          </a:p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Широкая крышка и спокойная палитра.</a:t>
            </a:r>
          </a:p>
        </p:txBody>
      </p:sp>
      <p:sp>
        <p:nvSpPr>
          <p:cNvPr id="6" name="product-wordmark">
            <a:extLst xmlns:a="http://schemas.openxmlformats.org/drawingml/2006/main">
              <a:ext uri="{FF2B5EF4-FFF2-40B4-BE49-F238E27FC236}">
                <a16:creationId xmlns:a16="http://schemas.microsoft.com/office/drawing/2014/main" id="{C4B8FA25-AAB4-4027-84ED-F56F743AC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96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MORA</a:t>
            </a:r>
          </a:p>
        </p:txBody>
      </p:sp>
    </p:spTree>
    <p:extLst>
      <p:ext uri="{BB962C8B-B14F-4D97-AF65-F5344CB8AC3E}">
        <p14:creationId xmlns:p14="http://schemas.microsoft.com/office/powerpoint/2010/main" val="30127081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C08DDE-5940-4DC2-9BF0-0B5B19EFC325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b5f09cd5a49f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57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product-title">
            <a:extLst xmlns:a="http://schemas.openxmlformats.org/drawingml/2006/main">
              <a:ext uri="{FF2B5EF4-FFF2-40B4-BE49-F238E27FC236}">
                <a16:creationId xmlns:a16="http://schemas.microsoft.com/office/drawing/2014/main" id="{F5270697-E289-431A-B983-6ADF22C6A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1028700"/>
            <a:ext cx="6191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Маска</a:t>
            </a:r>
          </a:p>
        </p:txBody>
      </p:sp>
      <p:sp>
        <p:nvSpPr>
          <p:cNvPr id="3" name="volume">
            <a:extLst xmlns:a="http://schemas.openxmlformats.org/drawingml/2006/main">
              <a:ext uri="{FF2B5EF4-FFF2-40B4-BE49-F238E27FC236}">
                <a16:creationId xmlns:a16="http://schemas.microsoft.com/office/drawing/2014/main" id="{8F78BC3B-D4B0-4791-BDED-C079927CA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190750"/>
            <a:ext cx="4095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3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3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75 мл</a:t>
            </a:r>
          </a:p>
        </p:txBody>
      </p:sp>
      <p:sp>
        <p:nvSpPr>
          <p:cNvPr id="4" name="product-subtitle">
            <a:extLst xmlns:a="http://schemas.openxmlformats.org/drawingml/2006/main">
              <a:ext uri="{FF2B5EF4-FFF2-40B4-BE49-F238E27FC236}">
                <a16:creationId xmlns:a16="http://schemas.microsoft.com/office/drawing/2014/main" id="{1BD9E942-F6EE-4F26-9336-4792FCA6B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371850"/>
            <a:ext cx="5905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32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2325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Дополнительный формат</a:t>
            </a:r>
          </a:p>
        </p:txBody>
      </p:sp>
      <p:sp>
        <p:nvSpPr>
          <p:cNvPr id="5" name="product-description">
            <a:extLst xmlns:a="http://schemas.openxmlformats.org/drawingml/2006/main">
              <a:ext uri="{FF2B5EF4-FFF2-40B4-BE49-F238E27FC236}">
                <a16:creationId xmlns:a16="http://schemas.microsoft.com/office/drawing/2014/main" id="{5061D703-FB94-47ED-BC80-CB6C790EB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286250"/>
            <a:ext cx="5905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Мягкая туба с устойчивой крышкой.</a:t>
            </a:r>
          </a:p>
          <a:p xmlns:a="http://schemas.openxmlformats.org/drawingml/2006/main">
            <a:pPr>
              <a:defRPr sz="195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Сочетается с остальной коллекцией.</a:t>
            </a:r>
          </a:p>
        </p:txBody>
      </p:sp>
      <p:sp>
        <p:nvSpPr>
          <p:cNvPr id="6" name="product-wordmark">
            <a:extLst xmlns:a="http://schemas.openxmlformats.org/drawingml/2006/main">
              <a:ext uri="{FF2B5EF4-FFF2-40B4-BE49-F238E27FC236}">
                <a16:creationId xmlns:a16="http://schemas.microsoft.com/office/drawing/2014/main" id="{A8DA5722-379C-43A7-BB82-8B3FEC390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6096000"/>
            <a:ext cx="1905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6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MORA</a:t>
            </a:r>
          </a:p>
        </p:txBody>
      </p:sp>
    </p:spTree>
    <p:extLst>
      <p:ext uri="{BB962C8B-B14F-4D97-AF65-F5344CB8AC3E}">
        <p14:creationId xmlns:p14="http://schemas.microsoft.com/office/powerpoint/2010/main" val="112472615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able-title">
            <a:extLst xmlns:a="http://schemas.openxmlformats.org/drawingml/2006/main">
              <a:ext uri="{FF2B5EF4-FFF2-40B4-BE49-F238E27FC236}">
                <a16:creationId xmlns:a16="http://schemas.microsoft.com/office/drawing/2014/main" id="{6AFB4E68-B0EC-49A6-A905-0E0E66884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8572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45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45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Четыре формата</a:t>
            </a:r>
          </a:p>
        </p:txBody>
      </p:sp>
      <p:graphicFrame>
        <p:nvGraphicFrame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619BE-267A-4E38-AE49-B01DC88555AB}"/>
              </a:ext>
            </a:extLst>
          </p:cNvPr>
          <p:cNvGraphicFramePr/>
          <p:nvPr/>
        </p:nvGraphicFramePr>
        <p:xfrm>
          <a:off xmlns:a="http://schemas.openxmlformats.org/drawingml/2006/main" x="685800" y="1962150"/>
          <a:ext xmlns:a="http://schemas.openxmlformats.org/drawingml/2006/main" cx="108204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905250"/>
                <a:gridCol w="1809750"/>
                <a:gridCol w="5105400"/>
              </a:tblGrid>
              <a:tr h="628650"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Продукт</a:t>
                      </a:r>
                    </a:p>
                  </a:txBody>
                  <a:tcPr marL="91440" marR="91440" marT="45720" marB="45720">
                    <a:solidFill>
                      <a:srgbClr val="253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Объём</a:t>
                      </a:r>
                    </a:p>
                  </a:txBody>
                  <a:tcPr marL="91440" marR="91440" marT="45720" marB="45720">
                    <a:solidFill>
                      <a:srgbClr val="25392E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Формат</a:t>
                      </a:r>
                    </a:p>
                  </a:txBody>
                  <a:tcPr marL="91440" marR="91440" marT="45720" marB="45720">
                    <a:solidFill>
                      <a:srgbClr val="25392E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Очищение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150 мл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Флакон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Сыворотка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30 мл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Стекло с пипеткой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Крем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50 мл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Банка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Маска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75 мл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25" b="0">
                          <a:solidFill>
                            <a:srgbClr val="25392E"/>
                          </a:solidFill>
                          <a:latin typeface="Arial"/>
                          <a:ea typeface="Arial"/>
                          <a:cs typeface="Arial"/>
                        </a:rPr>
                        <a:t>Мягкая туба</a:t>
                      </a:r>
                    </a:p>
                  </a:txBody>
                  <a:tcPr marL="91440" marR="91440" marT="45720" marB="45720">
                    <a:solidFill>
                      <a:srgbClr val="F3F0E8"/>
                    </a:solidFill>
                  </a:tcPr>
                </a:tc>
              </a:tr>
            </a:tbl>
          </a:graphicData>
        </a:graphic>
      </p:graphicFrame>
      <p:sp>
        <p:nvSpPr>
          <p:cNvPr id="3" name="table-context">
            <a:extLst xmlns:a="http://schemas.openxmlformats.org/drawingml/2006/main">
              <a:ext uri="{FF2B5EF4-FFF2-40B4-BE49-F238E27FC236}">
                <a16:creationId xmlns:a16="http://schemas.microsoft.com/office/drawing/2014/main" id="{8B9AF8A3-40E1-440D-9591-C4F203A0C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0"/>
            <a:ext cx="1047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00" b="0">
                <a:solidFill>
                  <a:srgbClr val="656D62"/>
                </a:solidFill>
                <a:latin typeface="Arial"/>
                <a:ea typeface="Arial"/>
                <a:cs typeface="Arial"/>
              </a:defRPr>
            </a:pPr>
            <a:r>
              <a:rPr sz="2100" b="0">
                <a:solidFill>
                  <a:srgbClr val="656D62"/>
                </a:solidFill>
                <a:latin typeface="Arial"/>
                <a:ea typeface="Arial"/>
                <a:cs typeface="Arial"/>
              </a:rPr>
              <a:t>Единый набор для знакомства с коллекцией</a:t>
            </a:r>
          </a:p>
        </p:txBody>
      </p:sp>
    </p:spTree>
    <p:extLst>
      <p:ext uri="{BB962C8B-B14F-4D97-AF65-F5344CB8AC3E}">
        <p14:creationId xmlns:p14="http://schemas.microsoft.com/office/powerpoint/2010/main" val="20015155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3F0E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309BDC-17B0-4E59-AE32-0D11EB97C898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bcb3328e784405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set-title">
            <a:extLst xmlns:a="http://schemas.openxmlformats.org/drawingml/2006/main">
              <a:ext uri="{FF2B5EF4-FFF2-40B4-BE49-F238E27FC236}">
                <a16:creationId xmlns:a16="http://schemas.microsoft.com/office/drawing/2014/main" id="{62CE2EE7-F249-48C3-BC24-B0E33198E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4572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Вся коллекция</a:t>
            </a:r>
          </a:p>
          <a:p xmlns:a="http://schemas.openxmlformats.org/drawingml/2006/main">
            <a:pPr>
              <a:defRPr sz="360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в одном наборе</a:t>
            </a:r>
          </a:p>
        </p:txBody>
      </p:sp>
      <p:sp>
        <p:nvSpPr>
          <p:cNvPr id="3" name="set-description">
            <a:extLst xmlns:a="http://schemas.openxmlformats.org/drawingml/2006/main">
              <a:ext uri="{FF2B5EF4-FFF2-40B4-BE49-F238E27FC236}">
                <a16:creationId xmlns:a16="http://schemas.microsoft.com/office/drawing/2014/main" id="{ACB3B2DF-FC5B-4B74-B6A4-B8CFC0CE7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47950"/>
            <a:ext cx="42862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7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17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Четыре продукта.</a:t>
            </a:r>
          </a:p>
          <a:p xmlns:a="http://schemas.openxmlformats.org/drawingml/2006/main">
            <a:pPr>
              <a:defRPr sz="2175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Одна спокойная палитра.</a:t>
            </a:r>
          </a:p>
        </p:txBody>
      </p:sp>
      <p:sp>
        <p:nvSpPr>
          <p:cNvPr id="4" name="set-context">
            <a:extLst xmlns:a="http://schemas.openxmlformats.org/drawingml/2006/main">
              <a:ext uri="{FF2B5EF4-FFF2-40B4-BE49-F238E27FC236}">
                <a16:creationId xmlns:a16="http://schemas.microsoft.com/office/drawing/2014/main" id="{DF89C9D6-88C7-467E-B050-86770C0F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76925"/>
            <a:ext cx="2857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8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850" b="0">
                <a:solidFill>
                  <a:srgbClr val="25392E"/>
                </a:solidFill>
                <a:latin typeface="Arial"/>
                <a:ea typeface="Arial"/>
                <a:cs typeface="Arial"/>
              </a:defRPr>
            </a:pPr>
            <a:r>
              <a:rPr sz="2850" b="0">
                <a:solidFill>
                  <a:srgbClr val="25392E"/>
                </a:solidFill>
                <a:latin typeface="Arial"/>
                <a:ea typeface="Arial"/>
                <a:cs typeface="Arial"/>
              </a:rPr>
              <a:t>MORA</a:t>
            </a:r>
          </a:p>
        </p:txBody>
      </p:sp>
    </p:spTree>
    <p:extLst>
      <p:ext uri="{BB962C8B-B14F-4D97-AF65-F5344CB8AC3E}">
        <p14:creationId xmlns:p14="http://schemas.microsoft.com/office/powerpoint/2010/main" val="4186097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539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final-wordmark">
            <a:extLst xmlns:a="http://schemas.openxmlformats.org/drawingml/2006/main">
              <a:ext uri="{FF2B5EF4-FFF2-40B4-BE49-F238E27FC236}">
                <a16:creationId xmlns:a16="http://schemas.microsoft.com/office/drawing/2014/main" id="{0CFB9270-1E5D-4491-84B5-601FF8D25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914400"/>
            <a:ext cx="100965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75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75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750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MORA</a:t>
            </a:r>
          </a:p>
        </p:txBody>
      </p:sp>
      <p:sp>
        <p:nvSpPr>
          <p:cNvPr id="2" name="final-title">
            <a:extLst xmlns:a="http://schemas.openxmlformats.org/drawingml/2006/main">
              <a:ext uri="{FF2B5EF4-FFF2-40B4-BE49-F238E27FC236}">
                <a16:creationId xmlns:a16="http://schemas.microsoft.com/office/drawing/2014/main" id="{CEE58E33-3017-407E-8DBF-3CD155930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47975"/>
            <a:ext cx="104775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36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3600" b="0">
                <a:solidFill>
                  <a:srgbClr val="F3F0E8"/>
                </a:solidFill>
                <a:latin typeface="Arial"/>
                <a:ea typeface="Arial"/>
                <a:cs typeface="Arial"/>
              </a:defRPr>
            </a:pPr>
            <a:r>
              <a:rPr sz="3600" b="0">
                <a:solidFill>
                  <a:srgbClr val="F3F0E8"/>
                </a:solidFill>
                <a:latin typeface="Arial"/>
                <a:ea typeface="Arial"/>
                <a:cs typeface="Arial"/>
              </a:rPr>
              <a:t>Коллекция для вашей витрины</a:t>
            </a:r>
          </a:p>
        </p:txBody>
      </p:sp>
      <p:sp>
        <p:nvSpPr>
          <p:cNvPr id="3" name="final-description">
            <a:extLst xmlns:a="http://schemas.openxmlformats.org/drawingml/2006/main">
              <a:ext uri="{FF2B5EF4-FFF2-40B4-BE49-F238E27FC236}">
                <a16:creationId xmlns:a16="http://schemas.microsoft.com/office/drawing/2014/main" id="{7029B7B5-C03C-452D-8DB8-2CC61F753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91000"/>
            <a:ext cx="10096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D0D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2250" b="0">
                <a:solidFill>
                  <a:srgbClr val="D0D8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0D8CA"/>
                </a:solidFill>
                <a:latin typeface="Arial"/>
                <a:ea typeface="Arial"/>
                <a:cs typeface="Arial"/>
              </a:rPr>
              <a:t>Форматы 150, 30, 50 и 75 мл</a:t>
            </a:r>
          </a:p>
          <a:p xmlns:a="http://schemas.openxmlformats.org/drawingml/2006/main">
            <a:pPr>
              <a:defRPr sz="2250" b="0">
                <a:solidFill>
                  <a:srgbClr val="D0D8CA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D0D8CA"/>
                </a:solidFill>
                <a:latin typeface="Arial"/>
                <a:ea typeface="Arial"/>
                <a:cs typeface="Arial"/>
              </a:rPr>
              <a:t>Комплект из четырёх продуктов</a:t>
            </a:r>
          </a:p>
        </p:txBody>
      </p:sp>
      <p:sp>
        <p:nvSpPr>
          <p:cNvPr id="4" name="final-concept">
            <a:extLst xmlns:a="http://schemas.openxmlformats.org/drawingml/2006/main">
              <a:ext uri="{FF2B5EF4-FFF2-40B4-BE49-F238E27FC236}">
                <a16:creationId xmlns:a16="http://schemas.microsoft.com/office/drawing/2014/main" id="{02A742A6-5781-409C-9542-563868C71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57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575" b="0">
                <a:solidFill>
                  <a:srgbClr val="D0D8CA"/>
                </a:solidFill>
                <a:latin typeface="Arial"/>
                <a:ea typeface="Arial"/>
                <a:cs typeface="Arial"/>
              </a:defRPr>
            </a:defPPr>
          </a:lstStyle>
          <a:p xmlns:a="http://schemas.openxmlformats.org/drawingml/2006/main">
            <a:pPr>
              <a:defRPr sz="1575" b="0">
                <a:solidFill>
                  <a:srgbClr val="D0D8C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D0D8CA"/>
                </a:solidFill>
                <a:latin typeface="Arial"/>
                <a:ea typeface="Arial"/>
                <a:cs typeface="Arial"/>
              </a:rPr>
              <a:t>Вымышленная линейка. Учебная концепция Fabrestra.</a:t>
            </a:r>
          </a:p>
        </p:txBody>
      </p:sp>
    </p:spTree>
    <p:extLst>
      <p:ext uri="{BB962C8B-B14F-4D97-AF65-F5344CB8AC3E}">
        <p14:creationId xmlns:p14="http://schemas.microsoft.com/office/powerpoint/2010/main" val="111466351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2026-10-09T12:23:43.4250000Z</dcterms:created>
  <dcterms:modified xsi:type="dcterms:W3CDTF">2026-10-09T12:23:43.4250000Z</dcterms:modified>
</coreProperties>
</file>